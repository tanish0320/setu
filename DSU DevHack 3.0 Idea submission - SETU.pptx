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6858000" cy="9144000"/>
  <p:embeddedFontLst>
    <p:embeddedFont>
      <p:font typeface="Arim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15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5apG83xFiVeSZ4V62PbUnNWKH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615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Arimo-regular.fntdata"/><Relationship Id="rId10" Type="http://schemas.openxmlformats.org/officeDocument/2006/relationships/font" Target="fonts/Arimo-bold.fntdata"/><Relationship Id="rId11" Type="http://schemas.openxmlformats.org/officeDocument/2006/relationships/font" Target="fonts/Arimo-italic.fntdata"/><Relationship Id="rId12" Type="http://schemas.openxmlformats.org/officeDocument/2006/relationships/font" Target="fonts/Arimo-boldItalic.fntdata"/><Relationship Id="rId1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330095" y="7"/>
            <a:ext cx="6957907" cy="7732451"/>
          </a:xfrm>
          <a:custGeom>
            <a:rect b="b" l="l" r="r" t="t"/>
            <a:pathLst>
              <a:path extrusionOk="0" h="7732451" w="6957907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52400" y="0"/>
            <a:ext cx="146202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317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(Registered on Devfolio):   Warriors                                                                           Theme: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Open Innovation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317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University/Institute name:  AMC Engineering College                                                                  city/state: Bengaluru, Karnataka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317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Title: SETU – Multi-Hospital Specialist Scheduling &amp; Emergency Dispatch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3910375"/>
            <a:ext cx="17983200" cy="620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                                                                      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highlight>
                  <a:srgbClr val="FFFF00"/>
                </a:highlight>
              </a:rPr>
              <a:t>Problem</a:t>
            </a:r>
            <a:endParaRPr b="1" sz="3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Emergency coordination in India is severely fragmented. On-call specialist doctors are split across multiple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independent hospitals, leading to manual coordination, schedule conflicts, and response delays of 30-45+ minutes.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highlight>
                  <a:srgbClr val="FFFF00"/>
                </a:highlight>
              </a:rPr>
              <a:t>Key Challenges</a:t>
            </a:r>
            <a:endParaRPr b="1" sz="25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Manual Outreach: Finding and verifying available specialists via phone calls takes 30+ critical minutes.</a:t>
            </a: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Commute &amp; Schedule Conflicts: Doctors practice across nodes without real-time multi-hospital schedule sync.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Our Solution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SETU (सेतु) bridges independent hospitals into a unified saving-lives grid:</a:t>
            </a:r>
            <a:endParaRPr b="1" sz="3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Unified Scheduler: Consolidates clinician availability across all affiliated network nodes.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AI Match Engine: Instantly ranks &amp; pages specialists based on proximity, availability, and commute ETAs.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Live Commute Map: Real-time route tracking and auto coordinate-based check-in status sync.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Trust Ledger: Cryptographically logs response times and clinician metrics under DPDP act compliance.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>• Global Patient Handoff: Compiles secure clinical notes broadcasted instantly to patient records.</a:t>
            </a:r>
            <a:endParaRPr b="1" sz="1900">
              <a:solidFill>
                <a:srgbClr val="FFFF00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sz="1700"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title="Screenshot 2026-07-11 1642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9675" y="5646362"/>
            <a:ext cx="8072100" cy="436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"/>
          <p:cNvCxnSpPr/>
          <p:nvPr/>
        </p:nvCxnSpPr>
        <p:spPr>
          <a:xfrm flipH="1" rot="10800000">
            <a:off x="11055900" y="9719825"/>
            <a:ext cx="5054400" cy="1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" name="Google Shape;89;p1" title="signatur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55900" y="1598213"/>
            <a:ext cx="4286250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3657866" y="167944"/>
            <a:ext cx="1097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TECHNICAL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196475" y="2451144"/>
            <a:ext cx="1456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280585" y="-6"/>
            <a:ext cx="2805984" cy="2460108"/>
            <a:chOff x="25400" y="-1640067"/>
            <a:chExt cx="3741311" cy="3280145"/>
          </a:xfrm>
        </p:grpSpPr>
        <p:sp>
          <p:nvSpPr>
            <p:cNvPr descr="Your startup LOGO" id="98" name="Google Shape;98;p2"/>
            <p:cNvSpPr/>
            <p:nvPr/>
          </p:nvSpPr>
          <p:spPr>
            <a:xfrm>
              <a:off x="25400" y="25400"/>
              <a:ext cx="2503678" cy="1614678"/>
            </a:xfrm>
            <a:custGeom>
              <a:rect b="b" l="l" r="r" t="t"/>
              <a:pathLst>
                <a:path extrusionOk="0"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Your startup LOGO" id="99" name="Google Shape;99;p2"/>
            <p:cNvSpPr/>
            <p:nvPr/>
          </p:nvSpPr>
          <p:spPr>
            <a:xfrm>
              <a:off x="1212233" y="-1640067"/>
              <a:ext cx="2554478" cy="1665478"/>
            </a:xfrm>
            <a:custGeom>
              <a:rect b="b" l="l" r="r" t="t"/>
              <a:pathLst>
                <a:path extrusionOk="0"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0" y="9532143"/>
            <a:ext cx="18287999" cy="754856"/>
            <a:chOff x="0" y="0"/>
            <a:chExt cx="24384000" cy="1006475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24384000" cy="1006475"/>
            </a:xfrm>
            <a:custGeom>
              <a:rect b="b" l="l" r="r" t="t"/>
              <a:pathLst>
                <a:path extrusionOk="0"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4B798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9418320" y="171457"/>
              <a:ext cx="61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@DevHack Idea submission- Template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280575" y="1763575"/>
            <a:ext cx="5628000" cy="74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Frontend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React.js + Tailwind CSS + Vite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Backend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NestJS Framework (TypeScript)</a:t>
            </a:r>
            <a:endParaRPr b="1" sz="23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Database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PostgreSQL (Prisma ORM)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AI/NLP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Priority Match Engine (Proximity &amp; Occupancy)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Socket.io (WebSockets) Real-time Sync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highlight>
                  <a:srgbClr val="FFFF00"/>
                </a:highlight>
              </a:rPr>
              <a:t>Additional</a:t>
            </a:r>
            <a:endParaRPr b="1"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Firebase Cloud Messaging (Pagers)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JWT Authentication &amp; AWS API Gateway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Redis Caching &amp; Cryptographic Audit Trails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04" name="Google Shape;104;p2" title="Screenshot 2026-07-11 1650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925" y="1628588"/>
            <a:ext cx="11894650" cy="73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2838529" y="234129"/>
            <a:ext cx="1271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FEASIBILITY AND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494079" y="2717418"/>
            <a:ext cx="15407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Multi-hospital node routing proves city-wide cluster feasibility, while automated AI dispatch reduces critical emergency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response times by 88% (from 45 minutes down to under 5 minutes), saving lives during the golden hour.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431694" y="255428"/>
            <a:ext cx="1915886" cy="1256252"/>
            <a:chOff x="0" y="-9525"/>
            <a:chExt cx="2554514" cy="1675003"/>
          </a:xfrm>
        </p:grpSpPr>
        <p:sp>
          <p:nvSpPr>
            <p:cNvPr descr="Your startup LOGO" id="113" name="Google Shape;113;p3"/>
            <p:cNvSpPr/>
            <p:nvPr/>
          </p:nvSpPr>
          <p:spPr>
            <a:xfrm>
              <a:off x="25400" y="25400"/>
              <a:ext cx="2503678" cy="1614678"/>
            </a:xfrm>
            <a:custGeom>
              <a:rect b="b" l="l" r="r" t="t"/>
              <a:pathLst>
                <a:path extrusionOk="0"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Your startup LOGO" id="114" name="Google Shape;114;p3"/>
            <p:cNvSpPr/>
            <p:nvPr/>
          </p:nvSpPr>
          <p:spPr>
            <a:xfrm>
              <a:off x="0" y="0"/>
              <a:ext cx="2554478" cy="1665478"/>
            </a:xfrm>
            <a:custGeom>
              <a:rect b="b" l="l" r="r" t="t"/>
              <a:pathLst>
                <a:path extrusionOk="0"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0" y="-9525"/>
              <a:ext cx="2554514" cy="167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</a:rPr>
                <a:t>Team </a:t>
              </a:r>
              <a:r>
                <a:rPr b="1" lang="en-US" sz="2700"/>
                <a:t>Warriors</a:t>
              </a:r>
              <a:endParaRPr b="1" i="0" sz="14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0" y="9532143"/>
            <a:ext cx="18287999" cy="754856"/>
            <a:chOff x="0" y="0"/>
            <a:chExt cx="24384000" cy="1006475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24384000" cy="1006475"/>
            </a:xfrm>
            <a:custGeom>
              <a:rect b="b" l="l" r="r" t="t"/>
              <a:pathLst>
                <a:path extrusionOk="0"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4B798"/>
            </a:solidFill>
            <a:ln>
              <a:noFill/>
            </a:ln>
          </p:spPr>
        </p:sp>
        <p:sp>
          <p:nvSpPr>
            <p:cNvPr id="118" name="Google Shape;118;p3"/>
            <p:cNvSpPr txBox="1"/>
            <p:nvPr/>
          </p:nvSpPr>
          <p:spPr>
            <a:xfrm>
              <a:off x="9418320" y="171457"/>
              <a:ext cx="61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@DevHack Idea submission- Template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" name="Google Shape;119;p3" title="DEVHACK LOGO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450" y="-789875"/>
            <a:ext cx="4060550" cy="2707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 title="Screenshot 2026-07-11 1701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2575" y="1917150"/>
            <a:ext cx="8451401" cy="6763263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1" name="Google Shape;121;p3"/>
          <p:cNvCxnSpPr>
            <a:endCxn id="120" idx="1"/>
          </p:cNvCxnSpPr>
          <p:nvPr/>
        </p:nvCxnSpPr>
        <p:spPr>
          <a:xfrm>
            <a:off x="6013375" y="2338081"/>
            <a:ext cx="3319200" cy="2960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6701850" y="5894692"/>
            <a:ext cx="3377100" cy="232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3"/>
          <p:cNvCxnSpPr>
            <a:endCxn id="120" idx="0"/>
          </p:cNvCxnSpPr>
          <p:nvPr/>
        </p:nvCxnSpPr>
        <p:spPr>
          <a:xfrm flipH="1" rot="10800000">
            <a:off x="6070875" y="1917150"/>
            <a:ext cx="7487400" cy="2181600"/>
          </a:xfrm>
          <a:prstGeom prst="curvedConnector4">
            <a:avLst>
              <a:gd fmla="val 21781" name="adj1"/>
              <a:gd fmla="val 11091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3"/>
          <p:cNvCxnSpPr>
            <a:endCxn id="120" idx="2"/>
          </p:cNvCxnSpPr>
          <p:nvPr/>
        </p:nvCxnSpPr>
        <p:spPr>
          <a:xfrm>
            <a:off x="5984475" y="7071513"/>
            <a:ext cx="7573800" cy="1608900"/>
          </a:xfrm>
          <a:prstGeom prst="curvedConnector4">
            <a:avLst>
              <a:gd fmla="val 22103" name="adj1"/>
              <a:gd fmla="val 1148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3"/>
          <p:cNvCxnSpPr/>
          <p:nvPr/>
        </p:nvCxnSpPr>
        <p:spPr>
          <a:xfrm rot="-5400000">
            <a:off x="5320650" y="3896575"/>
            <a:ext cx="4675800" cy="3348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" name="Google Shape;126;p3" title="Screenshot 2026-07-11 1716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4075" y="1511663"/>
            <a:ext cx="5415585" cy="65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Bipin kumar Rai</dc:creator>
</cp:coreProperties>
</file>